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234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Suite Export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Audit Results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32461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Client-ready PowerPoint export generated from the analysis output.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3977640"/>
            <a:ext cx="1143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Audit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1088136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874520"/>
            <a:ext cx="10332720" cy="38587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details provided.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6309360"/>
            <a:ext cx="10874959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37215" y="64190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SEO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1088136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874520"/>
            <a:ext cx="10332720" cy="38587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Fix canonical tags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Improve page speed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6309360"/>
            <a:ext cx="10874959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37215" y="64190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Gaps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1088136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874520"/>
            <a:ext cx="10332720" cy="38587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Add FAQ schema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Strengthen headings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6309360"/>
            <a:ext cx="10874959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37215" y="64190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Marketing Suite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SEO Audit Results</dc:title>
  <dc:subject>SEO Audit Results</dc:subject>
  <dc:creator>Marketing Suite</dc:creator>
  <cp:lastModifiedBy>Marketing Suite</cp:lastModifiedBy>
  <cp:revision>1</cp:revision>
  <dcterms:created xsi:type="dcterms:W3CDTF">2026-06-04T05:18:02Z</dcterms:created>
  <dcterms:modified xsi:type="dcterms:W3CDTF">2026-06-04T05:18:02Z</dcterms:modified>
</cp:coreProperties>
</file>